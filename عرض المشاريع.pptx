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395"/>
    <a:srgbClr val="213D67"/>
    <a:srgbClr val="D4B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83"/>
  </p:normalViewPr>
  <p:slideViewPr>
    <p:cSldViewPr snapToGrid="0" snapToObjects="1">
      <p:cViewPr>
        <p:scale>
          <a:sx n="65" d="100"/>
          <a:sy n="65" d="100"/>
        </p:scale>
        <p:origin x="1720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ue background with white text and a yellow rectangular object&#10;&#10;Description automatically generated">
            <a:extLst>
              <a:ext uri="{FF2B5EF4-FFF2-40B4-BE49-F238E27FC236}">
                <a16:creationId xmlns:a16="http://schemas.microsoft.com/office/drawing/2014/main" id="{117B432A-E257-83D4-6A4D-AED343427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512" y="-61224"/>
            <a:ext cx="9322904" cy="69548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32CDB3-F78B-5EB6-C481-F57BFC9E50CF}"/>
              </a:ext>
            </a:extLst>
          </p:cNvPr>
          <p:cNvSpPr txBox="1"/>
          <p:nvPr/>
        </p:nvSpPr>
        <p:spPr>
          <a:xfrm>
            <a:off x="3098680" y="2858644"/>
            <a:ext cx="2946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6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عنوان المشروع</a:t>
            </a:r>
            <a:endParaRPr lang="en-US" sz="36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D0777B-C5C9-AF38-4EC3-B5D56E5038A0}"/>
              </a:ext>
            </a:extLst>
          </p:cNvPr>
          <p:cNvSpPr txBox="1"/>
          <p:nvPr/>
        </p:nvSpPr>
        <p:spPr>
          <a:xfrm>
            <a:off x="3879346" y="3740358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ar-SA" sz="1200" dirty="0">
                <a:solidFill>
                  <a:srgbClr val="D4B0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تاريــــــــــــخ العــــــــرض</a:t>
            </a:r>
            <a:endParaRPr lang="en-US" sz="1200" dirty="0">
              <a:solidFill>
                <a:srgbClr val="D4B0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F5138CCF-EEAE-CAC7-5D5E-5869FCF85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EA8349-11EA-F770-A92E-4782BC04454D}"/>
              </a:ext>
            </a:extLst>
          </p:cNvPr>
          <p:cNvSpPr txBox="1"/>
          <p:nvPr/>
        </p:nvSpPr>
        <p:spPr>
          <a:xfrm>
            <a:off x="6288376" y="1537665"/>
            <a:ext cx="21146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2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المقــــدمــــــة</a:t>
            </a:r>
            <a:endParaRPr lang="en-US" sz="32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AFB6B3-A7F9-AE53-7267-32B450FBEAC6}"/>
              </a:ext>
            </a:extLst>
          </p:cNvPr>
          <p:cNvSpPr txBox="1"/>
          <p:nvPr/>
        </p:nvSpPr>
        <p:spPr>
          <a:xfrm>
            <a:off x="5956872" y="2450266"/>
            <a:ext cx="2603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وصف موجز للفكرة وما الذي يميزها.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B2BD04-EBC5-A627-8CFC-8D9EC591ED59}"/>
              </a:ext>
            </a:extLst>
          </p:cNvPr>
          <p:cNvSpPr txBox="1"/>
          <p:nvPr/>
        </p:nvSpPr>
        <p:spPr>
          <a:xfrm>
            <a:off x="2003668" y="2450265"/>
            <a:ext cx="2568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 err="1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مالقيمة</a:t>
            </a: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 التي تضيفها لجامعة نجران؟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06CA4B01-D0CE-D56F-6032-2991973B9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C97DEC-783D-1A5E-A0D4-DB74CF210BD3}"/>
              </a:ext>
            </a:extLst>
          </p:cNvPr>
          <p:cNvSpPr txBox="1"/>
          <p:nvPr/>
        </p:nvSpPr>
        <p:spPr>
          <a:xfrm>
            <a:off x="5245769" y="1551328"/>
            <a:ext cx="3086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2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المشكلة والتحدي</a:t>
            </a:r>
            <a:endParaRPr lang="en-US" sz="32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0F0B3-064B-2628-FEB7-C78A89F66B10}"/>
              </a:ext>
            </a:extLst>
          </p:cNvPr>
          <p:cNvSpPr txBox="1"/>
          <p:nvPr/>
        </p:nvSpPr>
        <p:spPr>
          <a:xfrm>
            <a:off x="6208544" y="2450266"/>
            <a:ext cx="2351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ما المشكلة التي تعالجها الفكرة؟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E8C93C-97F5-8FB2-65ED-9F4C00292A9F}"/>
              </a:ext>
            </a:extLst>
          </p:cNvPr>
          <p:cNvSpPr txBox="1"/>
          <p:nvPr/>
        </p:nvSpPr>
        <p:spPr>
          <a:xfrm>
            <a:off x="2772931" y="2450265"/>
            <a:ext cx="2765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ما البيانات أو المؤشرات الداعمة لذلك؟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00A52B-004F-1B3F-4B50-D057565B521E}"/>
              </a:ext>
            </a:extLst>
          </p:cNvPr>
          <p:cNvSpPr txBox="1"/>
          <p:nvPr/>
        </p:nvSpPr>
        <p:spPr>
          <a:xfrm>
            <a:off x="945132" y="2450265"/>
            <a:ext cx="11576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من المتأثر بها؟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61457FF8-C367-6265-ECAC-8F303B0A3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5276C6-B416-5429-1556-7873A2821E4B}"/>
              </a:ext>
            </a:extLst>
          </p:cNvPr>
          <p:cNvSpPr txBox="1"/>
          <p:nvPr/>
        </p:nvSpPr>
        <p:spPr>
          <a:xfrm>
            <a:off x="5797311" y="1551328"/>
            <a:ext cx="2499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2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الحـــل المبتكــــر</a:t>
            </a:r>
            <a:endParaRPr lang="en-US" sz="32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1002B-4A27-DAE3-9594-7AF9364042D7}"/>
              </a:ext>
            </a:extLst>
          </p:cNvPr>
          <p:cNvSpPr txBox="1"/>
          <p:nvPr/>
        </p:nvSpPr>
        <p:spPr>
          <a:xfrm>
            <a:off x="6405713" y="2450266"/>
            <a:ext cx="215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ما الحل المقترح وكيف يعمل؟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53FFF-2563-9F2B-9BB1-08FC00A28E96}"/>
              </a:ext>
            </a:extLst>
          </p:cNvPr>
          <p:cNvSpPr txBox="1"/>
          <p:nvPr/>
        </p:nvSpPr>
        <p:spPr>
          <a:xfrm>
            <a:off x="3638213" y="2450265"/>
            <a:ext cx="2430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ما الجانب الابتكاري في هذا الحل؟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D172D-8B9D-45A0-CBA8-7E796DDF94FA}"/>
              </a:ext>
            </a:extLst>
          </p:cNvPr>
          <p:cNvSpPr txBox="1"/>
          <p:nvPr/>
        </p:nvSpPr>
        <p:spPr>
          <a:xfrm>
            <a:off x="296839" y="2450265"/>
            <a:ext cx="3004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هل الحل يعتمد على تقنية أو فكرة جديدة؟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3863C089-5594-E468-304C-63AB251D2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58CC59-F896-E45B-4F24-9DCB48F8C9E5}"/>
              </a:ext>
            </a:extLst>
          </p:cNvPr>
          <p:cNvSpPr txBox="1"/>
          <p:nvPr/>
        </p:nvSpPr>
        <p:spPr>
          <a:xfrm>
            <a:off x="5723721" y="1550545"/>
            <a:ext cx="25811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2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الأثـــر المتوقـــع</a:t>
            </a:r>
            <a:endParaRPr lang="en-US" sz="32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AA127C-D857-8E83-E10B-269A12A62C70}"/>
              </a:ext>
            </a:extLst>
          </p:cNvPr>
          <p:cNvSpPr txBox="1"/>
          <p:nvPr/>
        </p:nvSpPr>
        <p:spPr>
          <a:xfrm>
            <a:off x="6822494" y="2450266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الأثر المتوقع من الفكرة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5B3E8-A2FC-4C8C-7C17-9362EC84EA8F}"/>
              </a:ext>
            </a:extLst>
          </p:cNvPr>
          <p:cNvSpPr txBox="1"/>
          <p:nvPr/>
        </p:nvSpPr>
        <p:spPr>
          <a:xfrm>
            <a:off x="4296934" y="2450265"/>
            <a:ext cx="1851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كيف تأثيره على المجتمع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E2179-EDF1-EC51-74C1-948FD4A9BD19}"/>
              </a:ext>
            </a:extLst>
          </p:cNvPr>
          <p:cNvSpPr txBox="1"/>
          <p:nvPr/>
        </p:nvSpPr>
        <p:spPr>
          <a:xfrm>
            <a:off x="690950" y="2450265"/>
            <a:ext cx="2932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 err="1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ماهو</a:t>
            </a: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 اختلافه عن المشاريع السابقة بالتأثير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DFC2BA9F-6E83-4B98-63C6-B6B44F5BC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3BD426-8FC0-FFC6-7F33-635DE1E62184}"/>
              </a:ext>
            </a:extLst>
          </p:cNvPr>
          <p:cNvSpPr txBox="1"/>
          <p:nvPr/>
        </p:nvSpPr>
        <p:spPr>
          <a:xfrm>
            <a:off x="5326717" y="1537666"/>
            <a:ext cx="30043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2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الفئة المستهدفة</a:t>
            </a:r>
            <a:endParaRPr lang="en-US" sz="32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6DD3C-8C21-D282-D3CE-260C789BB8C0}"/>
              </a:ext>
            </a:extLst>
          </p:cNvPr>
          <p:cNvSpPr txBox="1"/>
          <p:nvPr/>
        </p:nvSpPr>
        <p:spPr>
          <a:xfrm>
            <a:off x="6939512" y="2450266"/>
            <a:ext cx="16209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من هم المستفيدون؟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5740BB17-00E7-1EEA-5C1C-0071E2B3E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4797C8-DD3D-AE25-172B-A5E09C1CC324}"/>
              </a:ext>
            </a:extLst>
          </p:cNvPr>
          <p:cNvSpPr txBox="1"/>
          <p:nvPr/>
        </p:nvSpPr>
        <p:spPr>
          <a:xfrm>
            <a:off x="3817872" y="1569216"/>
            <a:ext cx="4554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28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آلية العمل / النموذج التشغيلي</a:t>
            </a:r>
            <a:endParaRPr lang="en-US" sz="28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039CA-0724-D283-7B50-E4AAF27EB734}"/>
              </a:ext>
            </a:extLst>
          </p:cNvPr>
          <p:cNvSpPr txBox="1"/>
          <p:nvPr/>
        </p:nvSpPr>
        <p:spPr>
          <a:xfrm>
            <a:off x="5735658" y="2450266"/>
            <a:ext cx="2824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كيف يتم تنفيذ المشروع خطوة بخطوة؟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4A61A-5B07-BA8F-5D20-AF614F3C7C46}"/>
              </a:ext>
            </a:extLst>
          </p:cNvPr>
          <p:cNvSpPr txBox="1"/>
          <p:nvPr/>
        </p:nvSpPr>
        <p:spPr>
          <a:xfrm>
            <a:off x="2531057" y="2450266"/>
            <a:ext cx="2040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عرض مخطط أو نموذج أولي</a:t>
            </a:r>
            <a:endParaRPr lang="ar-SA" sz="1000" dirty="0">
              <a:solidFill>
                <a:srgbClr val="3B8395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6980E2-410E-A2DC-446F-294D8D4A7259}"/>
              </a:ext>
            </a:extLst>
          </p:cNvPr>
          <p:cNvSpPr txBox="1"/>
          <p:nvPr/>
        </p:nvSpPr>
        <p:spPr>
          <a:xfrm>
            <a:off x="1710412" y="2453546"/>
            <a:ext cx="928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en-GB" sz="1400" dirty="0">
                <a:solidFill>
                  <a:srgbClr val="3B8395"/>
                </a:solidFill>
              </a:rPr>
              <a:t>(Prototype)</a:t>
            </a:r>
            <a:endParaRPr lang="ar-SA" sz="600" dirty="0">
              <a:solidFill>
                <a:srgbClr val="3B8395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EA2D820B-8E27-6600-F685-D393E69FE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F9A878-7913-CF09-DD0F-14642E39B865}"/>
              </a:ext>
            </a:extLst>
          </p:cNvPr>
          <p:cNvSpPr txBox="1"/>
          <p:nvPr/>
        </p:nvSpPr>
        <p:spPr>
          <a:xfrm>
            <a:off x="3832765" y="1555409"/>
            <a:ext cx="4503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28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التقنيات والأدوات المستخدمة</a:t>
            </a:r>
            <a:endParaRPr lang="en-US" sz="28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2A75C-B5FF-7E86-0D4C-EEA9EDD5A43A}"/>
              </a:ext>
            </a:extLst>
          </p:cNvPr>
          <p:cNvSpPr txBox="1"/>
          <p:nvPr/>
        </p:nvSpPr>
        <p:spPr>
          <a:xfrm>
            <a:off x="4971026" y="2450266"/>
            <a:ext cx="3589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اذكر التقنيات أو الأدوات المستخدمة في التطبيق.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01CACC-2D52-E689-29B7-6DE9E5AC00CA}"/>
              </a:ext>
            </a:extLst>
          </p:cNvPr>
          <p:cNvSpPr txBox="1"/>
          <p:nvPr/>
        </p:nvSpPr>
        <p:spPr>
          <a:xfrm>
            <a:off x="1484417" y="2450266"/>
            <a:ext cx="2688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كيف تسهم التقنية في تحقيق الحل؟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E2611573-C4A0-02BC-B1DA-257AA87C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8063BD-12C4-CDAB-B15F-A7EAB04FA1D5}"/>
              </a:ext>
            </a:extLst>
          </p:cNvPr>
          <p:cNvSpPr txBox="1"/>
          <p:nvPr/>
        </p:nvSpPr>
        <p:spPr>
          <a:xfrm>
            <a:off x="5713774" y="1542530"/>
            <a:ext cx="2520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2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خطــــة التنفيـــذ</a:t>
            </a:r>
            <a:endParaRPr lang="en-US" sz="32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4BADA-771D-A352-4D41-06C7353D7F5B}"/>
              </a:ext>
            </a:extLst>
          </p:cNvPr>
          <p:cNvSpPr txBox="1"/>
          <p:nvPr/>
        </p:nvSpPr>
        <p:spPr>
          <a:xfrm>
            <a:off x="6264661" y="2450266"/>
            <a:ext cx="2114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الخطوات المرحلية للمشروع.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43ABF-5380-2124-07E5-7D93684A7930}"/>
              </a:ext>
            </a:extLst>
          </p:cNvPr>
          <p:cNvSpPr txBox="1"/>
          <p:nvPr/>
        </p:nvSpPr>
        <p:spPr>
          <a:xfrm>
            <a:off x="3405129" y="2450266"/>
            <a:ext cx="23086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الجدول الزمني المبدئي للتنفيذ.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814493-20CE-6D7C-7189-B950DB6A53AE}"/>
              </a:ext>
            </a:extLst>
          </p:cNvPr>
          <p:cNvSpPr txBox="1"/>
          <p:nvPr/>
        </p:nvSpPr>
        <p:spPr>
          <a:xfrm>
            <a:off x="898258" y="2450266"/>
            <a:ext cx="1955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مهام ومسؤوليات الفريق.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C5CCE051-6F90-9B60-3CB7-1391EE6D2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6BDA6-21FF-AE3B-73F3-06F76D86181D}"/>
              </a:ext>
            </a:extLst>
          </p:cNvPr>
          <p:cNvSpPr txBox="1"/>
          <p:nvPr/>
        </p:nvSpPr>
        <p:spPr>
          <a:xfrm>
            <a:off x="5250601" y="1529883"/>
            <a:ext cx="3148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28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نموذج العمل التجاري</a:t>
            </a:r>
            <a:endParaRPr lang="en-US" sz="28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FBCA7-2C0C-5F17-6C7D-DFD13C0541C4}"/>
              </a:ext>
            </a:extLst>
          </p:cNvPr>
          <p:cNvSpPr txBox="1"/>
          <p:nvPr/>
        </p:nvSpPr>
        <p:spPr>
          <a:xfrm>
            <a:off x="5642534" y="2450266"/>
            <a:ext cx="30091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2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كيف يحقق المشروع قيمة للجامعة أو المجتمع؟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42C19-B220-914B-1BBE-03A5D00EF598}"/>
              </a:ext>
            </a:extLst>
          </p:cNvPr>
          <p:cNvSpPr txBox="1"/>
          <p:nvPr/>
        </p:nvSpPr>
        <p:spPr>
          <a:xfrm>
            <a:off x="2863331" y="1594366"/>
            <a:ext cx="2436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(Business Model)</a:t>
            </a:r>
            <a:endParaRPr lang="en-US" sz="1050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71A44-E3AC-CA62-2307-DF86E3D819BC}"/>
              </a:ext>
            </a:extLst>
          </p:cNvPr>
          <p:cNvSpPr txBox="1"/>
          <p:nvPr/>
        </p:nvSpPr>
        <p:spPr>
          <a:xfrm>
            <a:off x="3386788" y="2450266"/>
            <a:ext cx="2255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2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من هم الشركاء أو الجهات الداعمة؟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C10DAD-4512-134E-DE2B-025F2C87E89D}"/>
              </a:ext>
            </a:extLst>
          </p:cNvPr>
          <p:cNvSpPr txBox="1"/>
          <p:nvPr/>
        </p:nvSpPr>
        <p:spPr>
          <a:xfrm>
            <a:off x="197632" y="2450266"/>
            <a:ext cx="2991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2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كيف يمكن تحويله إلى منتج أو خدمة مستدامة؟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82522D6A-996E-5157-9414-C5215112F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ED7B65-5725-B2AA-79F3-3C96AF0F27E1}"/>
              </a:ext>
            </a:extLst>
          </p:cNvPr>
          <p:cNvSpPr txBox="1"/>
          <p:nvPr/>
        </p:nvSpPr>
        <p:spPr>
          <a:xfrm>
            <a:off x="3536350" y="1542530"/>
            <a:ext cx="4842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2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الجدوى الاقتصادية والتمويل</a:t>
            </a:r>
            <a:endParaRPr lang="en-US" sz="32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C3245-1250-45EF-E69A-779A603BB859}"/>
              </a:ext>
            </a:extLst>
          </p:cNvPr>
          <p:cNvSpPr txBox="1"/>
          <p:nvPr/>
        </p:nvSpPr>
        <p:spPr>
          <a:xfrm>
            <a:off x="6389694" y="2450266"/>
            <a:ext cx="1989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التكلفة المبدئية للمشروع.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A4AB5-07D1-14F0-6507-5AAC4891F635}"/>
              </a:ext>
            </a:extLst>
          </p:cNvPr>
          <p:cNvSpPr txBox="1"/>
          <p:nvPr/>
        </p:nvSpPr>
        <p:spPr>
          <a:xfrm>
            <a:off x="3953961" y="2450266"/>
            <a:ext cx="1864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مصادر التمويل المقترحة.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0A686B-5C49-A21D-9F3A-18740DA7C4E0}"/>
              </a:ext>
            </a:extLst>
          </p:cNvPr>
          <p:cNvSpPr txBox="1"/>
          <p:nvPr/>
        </p:nvSpPr>
        <p:spPr>
          <a:xfrm>
            <a:off x="1006872" y="2450266"/>
            <a:ext cx="2375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العائد المالي أو التوفير المتوقع.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58FE5813-A1BE-4537-BA40-F6A2C834B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C938AB-D142-579B-AFC4-B50998DD7B21}"/>
              </a:ext>
            </a:extLst>
          </p:cNvPr>
          <p:cNvSpPr txBox="1"/>
          <p:nvPr/>
        </p:nvSpPr>
        <p:spPr>
          <a:xfrm>
            <a:off x="3717488" y="1542530"/>
            <a:ext cx="4661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2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خطـــــة التسويــــق والتوســــع</a:t>
            </a:r>
            <a:endParaRPr lang="en-US" sz="32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106EB-AA04-48B5-638A-BCB786776C63}"/>
              </a:ext>
            </a:extLst>
          </p:cNvPr>
          <p:cNvSpPr txBox="1"/>
          <p:nvPr/>
        </p:nvSpPr>
        <p:spPr>
          <a:xfrm>
            <a:off x="5834414" y="2450266"/>
            <a:ext cx="2727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2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كيف سيتم الترويج للمشروع داخل الجامعة؟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9DD37E-1DD1-ABB6-4901-5C6BBAFA4ADE}"/>
              </a:ext>
            </a:extLst>
          </p:cNvPr>
          <p:cNvSpPr txBox="1"/>
          <p:nvPr/>
        </p:nvSpPr>
        <p:spPr>
          <a:xfrm>
            <a:off x="3308673" y="2450266"/>
            <a:ext cx="2220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2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هل يمكن التوسع به خارج الجامعة؟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8B2B13-96FF-D848-7C07-08AEF6A9668E}"/>
              </a:ext>
            </a:extLst>
          </p:cNvPr>
          <p:cNvSpPr txBox="1"/>
          <p:nvPr/>
        </p:nvSpPr>
        <p:spPr>
          <a:xfrm>
            <a:off x="582557" y="2450266"/>
            <a:ext cx="24208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2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أفكار للتعاون أو الشراكات المستقبلية.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9F5EC217-398F-3152-DA9B-150251C1F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A82789-2CA8-B816-2338-4E01A9C349F0}"/>
              </a:ext>
            </a:extLst>
          </p:cNvPr>
          <p:cNvSpPr txBox="1"/>
          <p:nvPr/>
        </p:nvSpPr>
        <p:spPr>
          <a:xfrm>
            <a:off x="5355877" y="1521460"/>
            <a:ext cx="30043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32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مـؤشـــرات النجـــاح</a:t>
            </a:r>
            <a:endParaRPr lang="en-US" sz="32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21FC21-72CC-C572-3604-D1508BFB1FB5}"/>
              </a:ext>
            </a:extLst>
          </p:cNvPr>
          <p:cNvSpPr txBox="1"/>
          <p:nvPr/>
        </p:nvSpPr>
        <p:spPr>
          <a:xfrm>
            <a:off x="6377832" y="2450266"/>
            <a:ext cx="2183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كيف ستقيس نجاح المشروع؟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0A9E5C-2CB0-63CF-170D-05863C638014}"/>
              </a:ext>
            </a:extLst>
          </p:cNvPr>
          <p:cNvSpPr txBox="1"/>
          <p:nvPr/>
        </p:nvSpPr>
        <p:spPr>
          <a:xfrm>
            <a:off x="816065" y="2450266"/>
            <a:ext cx="3980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أمثلة: زيادة المستخدمين، تقليل الوقت، تحسين الكفاءة.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F5EABE99-7E3C-A07D-0DD4-1F5E55499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6A7F6F-20CD-E14F-FBAE-3EC08CD5D8CB}"/>
              </a:ext>
            </a:extLst>
          </p:cNvPr>
          <p:cNvSpPr txBox="1"/>
          <p:nvPr/>
        </p:nvSpPr>
        <p:spPr>
          <a:xfrm>
            <a:off x="4572000" y="1574155"/>
            <a:ext cx="3744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28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المخاطر و خطط المعالجة</a:t>
            </a:r>
            <a:endParaRPr lang="en-US" sz="28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12F88-D7C9-C940-93E8-540773D518A3}"/>
              </a:ext>
            </a:extLst>
          </p:cNvPr>
          <p:cNvSpPr txBox="1"/>
          <p:nvPr/>
        </p:nvSpPr>
        <p:spPr>
          <a:xfrm>
            <a:off x="6560574" y="2450266"/>
            <a:ext cx="2000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ما أبرز التحديات المتوقعة؟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9C329-E244-EF18-7E80-DE0472FA341D}"/>
              </a:ext>
            </a:extLst>
          </p:cNvPr>
          <p:cNvSpPr txBox="1"/>
          <p:nvPr/>
        </p:nvSpPr>
        <p:spPr>
          <a:xfrm>
            <a:off x="2953961" y="2463518"/>
            <a:ext cx="2188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كيف ستتعاملون مع كل تحدٍ؟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61DC98FF-0C08-BCD2-B509-31F24ABAA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62307F-779A-CFBC-C31D-05A65A2ABE03}"/>
              </a:ext>
            </a:extLst>
          </p:cNvPr>
          <p:cNvSpPr txBox="1"/>
          <p:nvPr/>
        </p:nvSpPr>
        <p:spPr>
          <a:xfrm>
            <a:off x="3644349" y="1560903"/>
            <a:ext cx="4733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28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تحليل المنافسين / الوضع الحالي</a:t>
            </a:r>
            <a:endParaRPr lang="en-US" sz="28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35AA2-5549-999B-D0D9-37C8B5637594}"/>
              </a:ext>
            </a:extLst>
          </p:cNvPr>
          <p:cNvSpPr txBox="1"/>
          <p:nvPr/>
        </p:nvSpPr>
        <p:spPr>
          <a:xfrm>
            <a:off x="6127763" y="2450266"/>
            <a:ext cx="2433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ما المشاريع أو الحلول المشابهة؟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AEFA3-A07B-3896-7A2D-7EB8831BC21B}"/>
              </a:ext>
            </a:extLst>
          </p:cNvPr>
          <p:cNvSpPr txBox="1"/>
          <p:nvPr/>
        </p:nvSpPr>
        <p:spPr>
          <a:xfrm>
            <a:off x="2036815" y="2450266"/>
            <a:ext cx="2800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4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ما الذي يجعل مشروعكم مختلفًا عنها؟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8DFF41B4-7D7A-9B85-74FF-3713AFB57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3BE9AE-E3C8-8012-D1F0-234AD8FF7329}"/>
              </a:ext>
            </a:extLst>
          </p:cNvPr>
          <p:cNvSpPr txBox="1"/>
          <p:nvPr/>
        </p:nvSpPr>
        <p:spPr>
          <a:xfrm>
            <a:off x="5897217" y="1574155"/>
            <a:ext cx="2473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28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ملخـــص الفكــــرة</a:t>
            </a:r>
            <a:endParaRPr lang="en-US" sz="28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436F1-9DB4-A859-5C2C-040BA8627853}"/>
              </a:ext>
            </a:extLst>
          </p:cNvPr>
          <p:cNvSpPr txBox="1"/>
          <p:nvPr/>
        </p:nvSpPr>
        <p:spPr>
          <a:xfrm>
            <a:off x="7496367" y="2276845"/>
            <a:ext cx="7553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1800"/>
            </a:pPr>
            <a:r>
              <a:rPr lang="ar-SA" sz="1600" dirty="0">
                <a:solidFill>
                  <a:srgbClr val="3B8395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rPr>
              <a:t>الخاتمة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white paper with blue and yellow text&#10;&#10;Description automatically generated">
            <a:extLst>
              <a:ext uri="{FF2B5EF4-FFF2-40B4-BE49-F238E27FC236}">
                <a16:creationId xmlns:a16="http://schemas.microsoft.com/office/drawing/2014/main" id="{0C0C3271-B41C-1B00-E11F-710115395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5"/>
            <a:ext cx="9144000" cy="6838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5C56E7-81F5-8809-80A2-02904AC2941C}"/>
              </a:ext>
            </a:extLst>
          </p:cNvPr>
          <p:cNvSpPr txBox="1"/>
          <p:nvPr/>
        </p:nvSpPr>
        <p:spPr>
          <a:xfrm>
            <a:off x="6075051" y="1574155"/>
            <a:ext cx="2239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sz="2800" b="1" dirty="0">
                <a:solidFill>
                  <a:srgbClr val="213D67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فريـــــق العمـــل</a:t>
            </a:r>
            <a:endParaRPr lang="en-US" sz="2800" b="1" dirty="0">
              <a:solidFill>
                <a:srgbClr val="213D67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60185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ue and yellow rectangular object with white text&#10;&#10;Description automatically generated">
            <a:extLst>
              <a:ext uri="{FF2B5EF4-FFF2-40B4-BE49-F238E27FC236}">
                <a16:creationId xmlns:a16="http://schemas.microsoft.com/office/drawing/2014/main" id="{B8E36B41-A396-F478-FA3D-AD672B4D0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56" y="-68059"/>
            <a:ext cx="9322904" cy="69688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263</Words>
  <Application>Microsoft Macintosh PowerPoint</Application>
  <PresentationFormat>On-screen Show (4:3)</PresentationFormat>
  <Paragraphs>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DIN Next LT Arabic</vt:lpstr>
      <vt:lpstr>DIN Next LT Arabic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هاكاثون جامعة نجران - القالب الريادي الابتكاري  pitch deck </dc:title>
  <dc:subject/>
  <dc:creator/>
  <cp:keywords/>
  <dc:description>generated using python-pptx</dc:description>
  <cp:lastModifiedBy>a66550</cp:lastModifiedBy>
  <cp:revision>8</cp:revision>
  <dcterms:created xsi:type="dcterms:W3CDTF">2013-01-27T09:14:16Z</dcterms:created>
  <dcterms:modified xsi:type="dcterms:W3CDTF">2025-11-09T13:28:17Z</dcterms:modified>
  <cp:category/>
</cp:coreProperties>
</file>